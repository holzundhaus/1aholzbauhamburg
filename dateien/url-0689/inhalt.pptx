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hamburg/vorfertigung-holzbau-aufmass-anschlussplan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https://holzundhaus.github.io/1aholzbauhamburg/vorfertigung-holzbau-aufmass-anschlussplanung/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